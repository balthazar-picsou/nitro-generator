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bf1b6f2-b658-db50-a570-182f1c2f328a}">
          <p14:sldIdLst>
            <p14:sldId id="256"/>
            <p14:sldId id="257"/>
          </p14:sldIdLst>
        </p14:section>
        <p14:section name="01 · L’entreprise" id="{e6b73191-2e77-0f58-f013-948582b6b398}">
          <p14:sldIdLst>
            <p14:sldId id="258"/>
            <p14:sldId id="259"/>
            <p14:sldId id="260"/>
            <p14:sldId id="261"/>
            <p14:sldId id="262"/>
          </p14:sldIdLst>
        </p14:section>
        <p14:section name="02 · Ciblage &amp; prospection" id="{66db47b4-f106-10b0-4116-91a952af7bf8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Clôture" id="{e42a968c-d1b7-9104-b041-71d39ab98a2e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10 s) Bonjour, je m’appelle Kylian Leroy, alternant commercial B2B chez KOACHER. Je vais vous présenter la phase 1 de mon épreuve E4 : le ciblage et la prospection de l’opération KOACHER Club, un afterwork de networking auprès des dirigeants pour promouvoir et vendre notre offre B2B.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5 s) Je présente d’abord rapidement l’entreprise, puis ma démarche de ciblage et de prospection, jusqu’aux résultats et au bilan.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15 s) KOACHER est une start-up lyonnaise, SAS et TPE, basée dans le 9e. C’est une plateforme digitale qui met en relation sportifs, coachs et structures, et entreprises. Plus de 200 000 sportifs, plus de 2 000 pros, plus de 50 disciplines, et une note de 4,9/5 sur plus de 1 200 avis.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10 s) Trois clientèles : les sportifs avec l’appli gratuite, les coachs et structures avec KOACHER Pro (20 % de commission ou un abonnement), et désormais les entreprises avec KOACHER Entreprise, « le ticket resto du sport » : c’est l’offre que j’ai prospectée.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10 s) Hugo, le fondateur, valide le budget et présente l’offre. Je suis alternant commercial B2B depuis août 2026 : je prospecte, je prends les RDV et je fais les démos, j’organise des événements comme le KOACHER Club, je tiens Pipedrive à jour et je fais la veille.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5 s) Produit : un budget sport et bien-être pour les salariés. Prix : libre, à l’usage, sans engagement, exonéré jusqu’à 200,25 € par salarié et par an. Distribution : vente directe, en ligne et via les plateformes CSE. Communication : LinkedIn, événements et presse. Face à Wellpass ou Urban Sports Club, on mise sur le paiement à l’usage et la proximité.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10 s) [À compléter : historique du CA et répartition.] La clientèle se répartit en trois segments, B2C, B2B2C et B2B, avec déjà des clients comme Groupama, EM Lyon, Alliade Habitat et Action Logement.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5 s) J’en viens au cœur de l’épreuve : le ciblage et la prospection.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25 s) Contexte : KOACHER s’est développée auprès des particuliers et lance KOACHER Entreprise, encore peu connue à Lyon. Besoin : faire du réseau vite, alors que les dirigeants sont durs à joindre et que l’offre se comprend mieux quand on la fait vivre. D’où le KOACHER Club : un afterwork sport et networking, en semaine à 18h30, pendant la préparation des budgets N+1. Préparation de J-30 à J-1, suivi jusqu’à J+10, budget de 350 €.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20 s) J’ai ciblé les décideurs : dirigeants, DRH et élus CSE, de PME tertiaires de 10 à 200 salariés, à moins de 40 minutes du lieu, sans solution sport. Pourquoi eux : ils décident du budget avantages salariés, et en PME le dirigeant tranche vite, souvent sans RH dédiée.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25 s) Je suis parti d’un fichier de plus de 7 000 contacts : la base Pipedrive et une extraction LinkedIn Sales Navigator. J’ai supprimé les doublons et les contacts hors cible, filtré par fonction, taille et proximité, puis qualifié chaque contact dans Pipedrive : étape, prochaine action, date de relance. Résultat : 30 décideurs ciblés. → Montrer l’annexe : base Pipedrive et filtres Sales Navigator.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20 s) Objectif principal : 8 RDV démo dans les 7 jours. Objectifs secondaires : 25 présents, 25 contacts qualifiés dans le CRM, +50 abonnés LinkedIn. Qualitatifs : au moins 70 % de décideurs, une image d’experte QVCT locale, des relations avec des prescripteurs et une satisfaction d’au moins 4/5. Objectif de repli : 15 contacts, 3 RDV, 2 prescripteurs.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20 s) À J-30, cadrage avec mon tuteur et rétroplanning, puis négociation de la salle. À J-25, constitution du fichier. À J-21, création des supports : invitation, visuel LinkedIn, formulaire, flyer, fiche découverte, QR code. Ensuite la prospection, avec des relances à J-7 et J-1 et le brief équipe à J-2. Après l’événement : les RDV démo et la réunion bilan à J+10. → Annexe : diagramme de Gantt.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20 s) Les contacts prioritaires ont reçu une invitation personnalisée par LinkedIn ou SMS, puis un appel. Les autres ont reçu un e-mailing avec le lien d’inscription. J’ai publié l’événement sur la page LinkedIn de KOACHER et mobilisé la CCI et nos partenaires. Après les relances, 21 inscrits. → Annexes : invitation, e-mailing, formulaire.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20 s) Installation à 18h, accueil à 18h30 avec des badges de couleur selon le profil, 30 minutes de padel à 18h45, un pitch de 10 minutes à 19h20 avec démo de l’appli et simulation fiscale, puis le networking : découverte des besoins, traitement des objections et prise de RDV par QR code. Clôture à 20h45 avec un tirage au sort parmi ceux qui ont pris RDV. → Annexes : fiche découverte, fiche argumentaire.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20 s) Côté réseaux sociaux, j’ai publié l’événement sur la page LinkedIn de KOACHER : +60 abonnés et 127 impressions. Côté réseaux professionnels, j’ai travaillé avec mon tuteur et la structure hôte, et mobilisé la CCI et les partenaires KOACHER, par LinkedIn, mail, téléphone et WhatsApp. → Annexe : post LinkedIn.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20 s) 30 contacts ciblés, 21 inscrits soit 70 %, 14 présents soit 67 % des inscrits, 9 RDV démo, 4 devis et 1 signature dans le mois. L’opération a coûté 350 €, soit 14,60 € par contact et 38,90 € par RDV. → Annexe : pipeline Pipedrive.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20 s) Avec les mêmes indicateurs : l’objectif principal est dépassé, 9 RDV pour 8. Les abonnés, la part de décideurs (80 %) et la satisfaction (4,5/5) sont atteints. Les contacts CRM sont presque atteints, 24 sur 25. En revanche, 14 présents pour 25 visés : c’est mon principal axe d’amélioration.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25 s) Mes atouts : un fichier large, des filtres efficaces et un contact personnalisé qui a bien fonctionné. Face au faible taux de réponse des mails à froid, je suis passé à LinkedIn, au SMS et au téléphone, et j’ai relancé à J-7 et la veille. Pour la prochaine fois : un scoring pour prioriser, plus d’invitations pour atteindre 25 présents, des invitations envoyées plus tôt et un champ « source » dans Pipedrive.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(≈ 5 s) Merci de votre attention, je suis prêt pour vos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EIN_ECRAN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1_titre" descr="Titre : BTS NDRC, épreuve E4 phase 1, Ciblage et prospection. KOACHER Club, networking auprès des dirigeants. Kylian Lero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2_sommaire" descr="Sommaire : 01 L’entreprise, 02 Ciblage et prospec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3_entreprise" descr="KOACHER, start-up lyonnaise : plus de 200 000 sportifs, 2 000 coachs et structures, 50 disciplines, note de 4,9 sur 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4_offre" descr="Trois clientèles : sportifs (B2C), coachs et structures (B2B2C), entreprises et CSE (B2B, KOACHER Entrepris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5_organisation_role" descr="Organisation : Hugo, fondateur et dirigeant ; Kylian Leroy, alternant commercial B2B. Missions et outi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6_mix_marketing" descr="Mix marketing de KOACHER Entreprise : produit, prix, distribution, communication, positionnement face à la concurren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7_clientele_ca" descr="Clientèle et chiffre d’affaires : historique du CA et répartition à compléter ; trois segments de clientèle et clients de référenc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8_intercalaire" descr="Partie 2 : Ciblage et prospec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09_demarche_cahier_des_charges" descr="Cahier des charges : contexte, besoin, intitulé de l’opération KOACHER Club, durée de J-30 à J+10, budget 350 €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0_choix_cible" descr="Arbre de segmentation : décideurs (dirigeant, DRH, élu CSE) de PME tertiaires de 10 à 200 salariés, à moins de 40 minutes, sans solution spo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1_analyse_portefeuille" descr="Analyse du portefeuille : de 7 000 contacts à 30 décideurs ciblés, en quatre étapes (extraction, nettoyage, filtres, qualification dans Pipedrive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2_objectifs" descr="Objectifs : principal 8 RDV démo sous 7 jours ; quantitatifs 25 présents, 25 contacts CRM, +50 abonnés ; qualitatifs ; objectif de repli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3_retroplanning" descr="Rétroplanning de J-30 à J+10 sous forme de diagramme de Gant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4_prospection_canaux" descr="Prospection multicanale : invitation LinkedIn ou SMS puis appel, e-mailing, post LinkedIn et prescripteurs, relances, 21 inscri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5_jour_j" descr="Déroulé du jour J de 18h00 à 20h45 : installation, accueil, padel, pitch, networking, clôtur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6_reseaux_professionnels" descr="Réseaux sociaux (post LinkedIn, +60 abonnés, 127 impressions) et réseaux professionnels (tuteur, structure hôte, CCI, partenaires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7_resultats_quantitatifs" descr="Résultats : 30 ciblés, 21 inscrits, 14 présents, 9 RDV démo, 4 devis, 1 signature. Coût 350 €, 14,60 € par contact, 38,90 € par RDV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8_objectifs_vs_resultats" descr="Tableau objectifs contre résultats : RDV, abonnés, décideurs et satisfaction atteints ; contacts CRM presque ; présents non attei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19_bilan_reflexif" descr="Bilan réflexif : atouts, difficultés et solutions, axes d’amélioratio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20_merci" descr="Merci de votre attention. Place à vos question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KOACHER">
  <a:themeElements>
    <a:clrScheme name="KOACHER">
      <a:dk1>
        <a:srgbClr val="141214"/>
      </a:dk1>
      <a:lt1>
        <a:srgbClr val="FFFFFF"/>
      </a:lt1>
      <a:dk2>
        <a:srgbClr val="71001D"/>
      </a:dk2>
      <a:lt2>
        <a:srgbClr val="F4F2F3"/>
      </a:lt2>
      <a:accent1>
        <a:srgbClr val="71001D"/>
      </a:accent1>
      <a:accent2>
        <a:srgbClr val="D62D5A"/>
      </a:accent2>
      <a:accent3>
        <a:srgbClr val="EC6A90"/>
      </a:accent3>
      <a:accent4>
        <a:srgbClr val="141214"/>
      </a:accent4>
      <a:accent5>
        <a:srgbClr val="625B5F"/>
      </a:accent5>
      <a:accent6>
        <a:srgbClr val="1F9D55"/>
      </a:accent6>
      <a:hlink>
        <a:srgbClr val="D62D5A"/>
      </a:hlink>
      <a:folHlink>
        <a:srgbClr val="71001D"/>
      </a:folHlink>
    </a:clrScheme>
    <a:fontScheme name="KOACHE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KOACHER Club – E4 Ciblage &amp; prospection</dc:title>
  <dc:subject>PptxGenJS Presentation</dc:subject>
  <dc:creator>Kylian Leroy</dc:creator>
  <cp:lastModifiedBy>Kylian Leroy</cp:lastModifiedBy>
  <cp:revision>1</cp:revision>
  <dcterms:created xsi:type="dcterms:W3CDTF">2026-10-22T12:56:57Z</dcterms:created>
  <dcterms:modified xsi:type="dcterms:W3CDTF">2026-10-22T12:56:57Z</dcterms:modified>
</cp:coreProperties>
</file>